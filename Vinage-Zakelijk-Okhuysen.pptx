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7B2D3E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VINAGE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wijnkelder. Altijd bij u.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926080" cy="54864"/>
          </a:xfrm>
          <a:prstGeom prst="rect">
            <a:avLst/>
          </a:prstGeom>
          <a:solidFill>
            <a:srgbClr val="9B4355"/>
          </a:solidFill>
          <a:ln w="12700">
            <a:solidFill>
              <a:srgbClr val="9B4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Partnershipvoorstel voor Okhuysen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4663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vinage.app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Markt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926080" cy="3200400"/>
          </a:xfrm>
          <a:prstGeom prst="rect">
            <a:avLst/>
          </a:prstGeom>
          <a:solidFill>
            <a:srgbClr val="4A1525"/>
          </a:solidFill>
          <a:ln w="12700">
            <a:solidFill>
              <a:srgbClr val="4A15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30M+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wijnliefhebbers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 Benelux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051560"/>
            <a:ext cx="2468880" cy="1463040"/>
          </a:xfrm>
          <a:prstGeom prst="rect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1430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€2,1 mrd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5661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wijnmarkt Benelux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2468880" cy="1463040"/>
          </a:xfrm>
          <a:prstGeom prst="rect">
            <a:avLst/>
          </a:prstGeom>
          <a:solidFill>
            <a:srgbClr val="9B4355"/>
          </a:solidFill>
          <a:ln w="12700">
            <a:solidFill>
              <a:srgbClr val="9B4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jaarlijkse groei premium wijn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Groeiende vraag naar digitale wijnbeleving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Premium-segment groeit sneller dan marktgemiddelde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dominante speler in persoonlijk wijnbeheer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Probleem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47472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09728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143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Geheugenproblemen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Wijnliefhebbers onthouden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welke flessen ze hebben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welke al gedronken zijn.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005840"/>
            <a:ext cx="2743200" cy="347472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09728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43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Informatiekloof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Etiketinfo is moeilijk 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begrijpen zonder expertise.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AI-uitleg ontbreekt volledig.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743200" cy="347472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69480" y="109728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143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Verloren smaak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koppeling tussen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wijn in de kelder en het eten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tafel vanavond.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Oplossing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916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0789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Identificeer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6642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of barcode → AI herkent wijn en vult alle details 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31920" cy="16916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32588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533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10789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Beheer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66420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Rekken, planken en kisten. Uw collectie altijd inzichtelijk.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16916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24612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735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9992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Delen met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Huishouden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358444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synchronisatie – twee kelders, één overzicht.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3931920" cy="16916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46120"/>
            <a:ext cx="1005840" cy="10058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735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29992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Spijsadvies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58444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wijn past bij het diner van vanavond? AI antwoordt.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Het Werkt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stappen van label tot kelder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51560" y="1371600"/>
            <a:ext cx="1645920" cy="1645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89888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 uw camera op het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of de barcode.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6200" y="1371600"/>
            <a:ext cx="1645920" cy="1645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389888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8328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analyseert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extraheeert alle wijndata.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645920" cy="1645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89888"/>
            <a:ext cx="1645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1792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Kelder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fles verschijnt direct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uw digitale kelder.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2103120"/>
            <a:ext cx="822960" cy="137160"/>
          </a:xfrm>
          <a:prstGeom prst="rect">
            <a:avLst/>
          </a:prstGeom>
          <a:solidFill>
            <a:srgbClr val="9B4355"/>
          </a:solidFill>
          <a:ln w="12700">
            <a:solidFill>
              <a:srgbClr val="9B43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2103120"/>
            <a:ext cx="822960" cy="137160"/>
          </a:xfrm>
          <a:prstGeom prst="rect">
            <a:avLst/>
          </a:prstGeom>
          <a:solidFill>
            <a:srgbClr val="9B4355"/>
          </a:solidFill>
          <a:ln w="12700">
            <a:solidFill>
              <a:srgbClr val="9B435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AI-kern: Wat Claude Extraheert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749040"/>
          </a:xfrm>
          <a:prstGeom prst="rect">
            <a:avLst/>
          </a:prstGeom>
          <a:solidFill>
            <a:srgbClr val="4A1525"/>
          </a:solidFill>
          <a:ln w="12700">
            <a:solidFill>
              <a:srgbClr val="4A1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claude-opus-4-6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25146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lookup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aanvullen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606040" cy="7772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143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Wijnaam &amp; producent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005840"/>
            <a:ext cx="2606040" cy="7772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143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Druivenras(sen)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(jaar)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92024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Spijs-pairing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834640"/>
            <a:ext cx="2606040" cy="7772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971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 &amp; appellation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2834640"/>
            <a:ext cx="2606040" cy="7772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71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Drinkvenster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74904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886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Alcoholpercentage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3749040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886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Geschatte prijs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Samen Genieten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320040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40480" y="1005840"/>
            <a:ext cx="457200" cy="45720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9875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Gedeelde kelder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3533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Nodig uw partner of huisgenoot uit. Eén kelder, twee beheerders.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2331720"/>
            <a:ext cx="457200" cy="45720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3134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sync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679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wijziging verschijnt direct op het apparaat van de ander.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3657600"/>
            <a:ext cx="457200" cy="45720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6393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Geen dubbele aankopen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40050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zien wat er al in huis is, ook als u in de winkel staat.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&amp; Prijzen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6596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1600200" cy="36576"/>
          </a:xfrm>
          <a:prstGeom prst="rect">
            <a:avLst/>
          </a:prstGeom>
          <a:solidFill>
            <a:srgbClr val="C7949E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flessen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310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AI-calls/mnd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196596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Liefhebber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5544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€2,99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788920"/>
            <a:ext cx="1600200" cy="36576"/>
          </a:xfrm>
          <a:prstGeom prst="rect">
            <a:avLst/>
          </a:prstGeom>
          <a:solidFill>
            <a:srgbClr val="C7949E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907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flessen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AI-calls/mnd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1965960" cy="3749040"/>
          </a:xfrm>
          <a:prstGeom prst="rect">
            <a:avLst/>
          </a:prstGeom>
          <a:solidFill>
            <a:srgbClr val="4A1525"/>
          </a:solidFill>
          <a:ln w="25400">
            <a:solidFill>
              <a:srgbClr val="7B2D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Verzamelaar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€4,99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1772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88920"/>
            <a:ext cx="1600200" cy="36576"/>
          </a:xfrm>
          <a:prstGeom prst="rect">
            <a:avLst/>
          </a:prstGeom>
          <a:solidFill>
            <a:srgbClr val="9B4355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907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Onbeperkt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3310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Onbeperkt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4160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POPULAIR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960120"/>
            <a:ext cx="196596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051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Jaarlijks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15544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€47,99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766560" y="23957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/jaar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2788920"/>
            <a:ext cx="1600200" cy="36576"/>
          </a:xfrm>
          <a:prstGeom prst="rect">
            <a:avLst/>
          </a:prstGeom>
          <a:solidFill>
            <a:srgbClr val="C7949E"/>
          </a:solidFill>
          <a:ln w="12700">
            <a:solidFill>
              <a:srgbClr val="C7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907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Onbeperkt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33101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Onbeperkt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 &amp; Betrouwbaarheid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 / Vanilla JS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99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app-store vereist. Werkt op elk apparaat.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502920" cy="502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399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Firestore, Storage, Functions &amp; Hosting.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AI (Anthropic)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claude-opus-4-6 voor vision, Haiku voor tekst.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487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 Payments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724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Veilige abonnementsbeheer en facturering.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13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685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Sync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0507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live-updates voor gedeelde kelders.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794760"/>
            <a:ext cx="502920" cy="50292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813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3685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vinage.app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40507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gedeployed, beta-fase actief.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 — Beta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werkende app op vinage.app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beta met toegangscodes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kernfuncties live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betalingen actief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label-scan &amp; barcode-lookup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3749040"/>
          </a:xfrm>
          <a:prstGeom prst="rect">
            <a:avLst/>
          </a:prstGeom>
          <a:solidFill>
            <a:srgbClr val="4A1525"/>
          </a:solidFill>
          <a:ln w="12700">
            <a:solidFill>
              <a:srgbClr val="4A15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Komende Stappen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Publieke lancering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20040" cy="3200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Wijnregio gidsen &amp; 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20040" cy="3200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Aanbevelingen op basis van smaakprofiel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Partnerschap-integraties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7B2D3E"/>
          </a:solidFill>
          <a:ln w="12700">
            <a:solidFill>
              <a:srgbClr val="7B2D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840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wrapper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Partnerschapsmogelijkheden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097280"/>
            <a:ext cx="1097280" cy="1097280"/>
          </a:xfrm>
          <a:prstGeom prst="ellipse">
            <a:avLst/>
          </a:prstGeom>
          <a:solidFill>
            <a:srgbClr val="4A1525"/>
          </a:solidFill>
          <a:ln w="12700">
            <a:solidFill>
              <a:srgbClr val="4A15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115568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Distributie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bij wijnwinkels en grossiers. Klanten krijgen premium toegang bij aankoop.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5176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1097280"/>
            <a:ext cx="1097280" cy="1097280"/>
          </a:xfrm>
          <a:prstGeom prst="ellipse">
            <a:avLst/>
          </a:prstGeom>
          <a:solidFill>
            <a:srgbClr val="4A1525"/>
          </a:solidFill>
          <a:ln w="12700">
            <a:solidFill>
              <a:srgbClr val="4A15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115568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Marketing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9718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campagnes, wijnproeverijen en seizoenscampagnes. Uw merk naast Vinage.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3749040"/>
          </a:xfrm>
          <a:prstGeom prst="rect">
            <a:avLst/>
          </a:prstGeom>
          <a:solidFill>
            <a:srgbClr val="F5EDEF"/>
          </a:solidFill>
          <a:ln w="12700">
            <a:solidFill>
              <a:srgbClr val="C7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95160" y="1097280"/>
            <a:ext cx="1097280" cy="1097280"/>
          </a:xfrm>
          <a:prstGeom prst="ellipse">
            <a:avLst/>
          </a:prstGeom>
          <a:solidFill>
            <a:srgbClr val="4A1525"/>
          </a:solidFill>
          <a:ln w="12700">
            <a:solidFill>
              <a:srgbClr val="4A1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115568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/ Licentie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9718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Vinage-technologie onder uw eigen merk. Ideaal voor retailers en hospitality.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samen de mogelijkheden verkennen.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7B2D3E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 we praten.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maken we wijnbeleving slimmer.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286000" cy="54864"/>
          </a:xfrm>
          <a:prstGeom prst="rect">
            <a:avLst/>
          </a:prstGeom>
          <a:solidFill>
            <a:srgbClr val="9B4355"/>
          </a:solidFill>
          <a:ln w="12700">
            <a:solidFill>
              <a:srgbClr val="9B4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vinage.app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Partnershipvoorstel voor Okhuysen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Vinage – Zakelijk Partnershipvoorstel</dc:title>
  <dc:subject>PptxGenJS Presentation</dc:subject>
  <dc:creator>Vinage</dc:creator>
  <cp:lastModifiedBy>Vinage</cp:lastModifiedBy>
  <cp:revision>1</cp:revision>
  <dcterms:created xsi:type="dcterms:W3CDTF">2026-05-15T15:53:58Z</dcterms:created>
  <dcterms:modified xsi:type="dcterms:W3CDTF">2026-05-15T15:53:58Z</dcterms:modified>
</cp:coreProperties>
</file>