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8B3D55"/>
          </a:solidFill>
          <a:ln w="12700">
            <a:solidFill>
              <a:srgbClr val="8B3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VINAGE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4A0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kelder die met u meedenkt.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2560320" cy="54864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20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A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Partnershipvoorstel voor Okhuysen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0" y="4709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A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vinage.app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4389120" cy="4114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 staat in de kelder en weet niet meer of die Barolo van 2015 nu al goed is om te drinken…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5204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herkenbaar moment voor elke wijnliefhebber.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640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Begin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12064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Vinage ontstond vanuit een eenvoudige observatie: wijnliefhebbers verdienen een slimme, persoonlijke assistent voor hun collectie.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2926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ingewikkelde spreadsheets. Geen geheugen-trucjes. Gewoon uw telefoon richten op een fles.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Wijnliefhebber Vandaag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is hij? Wie is zij?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20116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WIJN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jaar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wijnliefhebber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Benelux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325880"/>
            <a:ext cx="5852160" cy="1005840"/>
          </a:xfrm>
          <a:prstGeom prst="rect">
            <a:avLst/>
          </a:prstGeom>
          <a:solidFill>
            <a:srgbClr val="F2E5E7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71800" y="139903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overzicht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71800" y="180136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weet niet meer wat er precies in mijn kelder staat."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2514600"/>
            <a:ext cx="5852160" cy="1005840"/>
          </a:xfrm>
          <a:prstGeom prst="rect">
            <a:avLst/>
          </a:prstGeom>
          <a:solidFill>
            <a:srgbClr val="F2E5E7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258775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kennis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299008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"Die etiketinfo begrijp ik niet zonder te googelen."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3703320"/>
            <a:ext cx="5852160" cy="1005840"/>
          </a:xfrm>
          <a:prstGeom prst="rect">
            <a:avLst/>
          </a:prstGeom>
          <a:solidFill>
            <a:srgbClr val="F2E5E7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71800" y="377647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hulp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71800" y="417880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"Welke wijn past bij dit gerecht? Ik gok maar."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Vinage: De Oplossing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80160"/>
            <a:ext cx="1005840" cy="100584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0759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91640" y="10332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&amp; Herken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55448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 de camera op het etiket. AI herkent naam, jaar, regio, druiven en meer.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280160"/>
            <a:ext cx="1005840" cy="100584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0759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10332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Digitale Kelder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155448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volledige collectie altijd bij de hand, netjes georganiseerd.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3200400"/>
            <a:ext cx="1005840" cy="100584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278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29535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Spijsadvies op maat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347472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welke wijn past bij uw diner. AI zoekt in uw eigen kelder.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288036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200400"/>
            <a:ext cx="1005840" cy="100584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2278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29535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Statistieken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347472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 wat u dronk, wanneer en hoeveel. Inzicht in uw smaakprofiel.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Magie van Scannen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286000" cy="3749040"/>
          </a:xfrm>
          <a:prstGeom prst="roundRect">
            <a:avLst>
              <a:gd name="adj" fmla="val 8000"/>
            </a:avLst>
          </a:prstGeom>
          <a:solidFill>
            <a:srgbClr val="1A0D12"/>
          </a:solidFill>
          <a:ln w="25400">
            <a:solidFill>
              <a:srgbClr val="A267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325880"/>
            <a:ext cx="1828800" cy="2834640"/>
          </a:xfrm>
          <a:prstGeom prst="rect">
            <a:avLst/>
          </a:prstGeom>
          <a:solidFill>
            <a:srgbClr val="8B3D55"/>
          </a:solidFill>
          <a:ln w="12700">
            <a:solidFill>
              <a:srgbClr val="8B3D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herkenning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actief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00584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0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AI extraheert: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08960" y="1554480"/>
            <a:ext cx="2606040" cy="731520"/>
          </a:xfrm>
          <a:prstGeom prst="rect">
            <a:avLst/>
          </a:prstGeom>
          <a:solidFill>
            <a:srgbClr val="8B3D55"/>
          </a:solidFill>
          <a:ln w="12700">
            <a:solidFill>
              <a:srgbClr val="8B3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62763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Druivenras &amp; blend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554480"/>
            <a:ext cx="2606040" cy="731520"/>
          </a:xfrm>
          <a:prstGeom prst="rect">
            <a:avLst/>
          </a:prstGeom>
          <a:solidFill>
            <a:srgbClr val="8B3D55"/>
          </a:solidFill>
          <a:ln w="12700">
            <a:solidFill>
              <a:srgbClr val="8B3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62763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 &amp; appellation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2514600"/>
            <a:ext cx="2606040" cy="731520"/>
          </a:xfrm>
          <a:prstGeom prst="rect">
            <a:avLst/>
          </a:prstGeom>
          <a:solidFill>
            <a:srgbClr val="8B3D55"/>
          </a:solidFill>
          <a:ln w="12700">
            <a:solidFill>
              <a:srgbClr val="8B3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58775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 &amp; drinkvenster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2514600"/>
            <a:ext cx="2606040" cy="731520"/>
          </a:xfrm>
          <a:prstGeom prst="rect">
            <a:avLst/>
          </a:prstGeom>
          <a:solidFill>
            <a:srgbClr val="8B3D55"/>
          </a:solidFill>
          <a:ln w="12700">
            <a:solidFill>
              <a:srgbClr val="8B3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58775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Geschatte marktprijs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08960" y="3474720"/>
            <a:ext cx="2606040" cy="731520"/>
          </a:xfrm>
          <a:prstGeom prst="rect">
            <a:avLst/>
          </a:prstGeom>
          <a:solidFill>
            <a:srgbClr val="8B3D55"/>
          </a:solidFill>
          <a:ln w="12700">
            <a:solidFill>
              <a:srgbClr val="8B3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54787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Spijsadviezen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3474720"/>
            <a:ext cx="2606040" cy="731520"/>
          </a:xfrm>
          <a:prstGeom prst="rect">
            <a:avLst/>
          </a:prstGeom>
          <a:solidFill>
            <a:srgbClr val="8B3D55"/>
          </a:solidFill>
          <a:ln w="12700">
            <a:solidFill>
              <a:srgbClr val="8B3D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54787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Smaakbeschrijving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 Genieten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Wijn smaakt beter als je het deelt.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463040" cy="146304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1463040" cy="146304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3716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423160" y="2011680"/>
            <a:ext cx="320040" cy="228600"/>
          </a:xfrm>
          <a:prstGeom prst="rect">
            <a:avLst/>
          </a:prstGeom>
          <a:solidFill>
            <a:srgbClr val="D4A0A2"/>
          </a:solidFill>
          <a:ln w="12700">
            <a:solidFill>
              <a:srgbClr val="D4A0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920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926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Nodig uw partner uit met één klik.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240280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zien de kelder real-time – ook in de supermarkt.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koopt, de ander weet het meteen.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3886200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3886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 beslissen welke fles vanavond op tafel gaat.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Beta naar Markt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743200"/>
            <a:ext cx="7680960" cy="54864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6D2E46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737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31546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Persoonlijke frustratie → concept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2514600"/>
            <a:ext cx="502920" cy="502920"/>
          </a:xfrm>
          <a:prstGeom prst="ellipse">
            <a:avLst/>
          </a:prstGeom>
          <a:solidFill>
            <a:srgbClr val="6D2E46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737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Ontwikkeling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48840" y="31546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Firebase + AI integratie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514600"/>
            <a:ext cx="502920" cy="502920"/>
          </a:xfrm>
          <a:prstGeom prst="ellipse">
            <a:avLst/>
          </a:prstGeom>
          <a:solidFill>
            <a:srgbClr val="6D2E46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1737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 live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9080" y="31546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vinage.app, invite-only toegang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251460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737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Lancering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31546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Publieke toegang &amp; groei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4164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in beta: volledig werkend platform, betalingen actief, AI-scan live — klaar voor de volgende stap.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Verdienmodel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Eerlijk, eenvoudig, schaalbaar.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127248"/>
            <a:ext cx="1554480" cy="36576"/>
          </a:xfrm>
          <a:prstGeom prst="rect">
            <a:avLst/>
          </a:prstGeom>
          <a:solidFill>
            <a:srgbClr val="F2E5E7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46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flessen · 10 AI-calls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325880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Liefhebber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€2,99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6888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3127248"/>
            <a:ext cx="1554480" cy="36576"/>
          </a:xfrm>
          <a:prstGeom prst="rect">
            <a:avLst/>
          </a:prstGeom>
          <a:solidFill>
            <a:srgbClr val="F2E5E7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246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flessen · 75 AI-calls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325880"/>
            <a:ext cx="1920240" cy="3429000"/>
          </a:xfrm>
          <a:prstGeom prst="rect">
            <a:avLst/>
          </a:prstGeom>
          <a:solidFill>
            <a:srgbClr val="6D2E46"/>
          </a:solidFill>
          <a:ln w="2540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Verzamelaar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19202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€4,99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61772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127248"/>
            <a:ext cx="1554480" cy="36576"/>
          </a:xfrm>
          <a:prstGeom prst="rect">
            <a:avLst/>
          </a:prstGeom>
          <a:solidFill>
            <a:srgbClr val="8B3D55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246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Onbeperkt · Alle functies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1325880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Jaarlijks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19202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€47,99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76656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/jaar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3127248"/>
            <a:ext cx="1554480" cy="36576"/>
          </a:xfrm>
          <a:prstGeom prst="rect">
            <a:avLst/>
          </a:prstGeom>
          <a:solidFill>
            <a:srgbClr val="F2E5E7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3246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Onbeperkt · Bespaar 20%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Nu, Waarom Samen?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3749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Timing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4A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 vraagt naar digitale wijnbeleving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4A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AI-adoptie bij consumenten versnelt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4A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Vinage is klaar — nu lanceren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4A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vergelijkbare speler in Benelux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023360" cy="3749040"/>
          </a:xfrm>
          <a:prstGeom prst="rect">
            <a:avLst/>
          </a:prstGeom>
          <a:solidFill>
            <a:srgbClr val="F2E5E7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51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Okhuysen?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0060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Bewezen bereik in de wijnmarkt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Gedeelde passie voor kwaliteit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 om tech &amp; expertise te bundelen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Win-win voor klant én partner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8B3D55"/>
          </a:solidFill>
          <a:ln w="12700">
            <a:solidFill>
              <a:srgbClr val="8B3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 bouwen aan de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toekomst van wijnbeleving.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2286000" cy="54864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461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A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kennismaken.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vinage.app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Partnershipvoorstel voor Okhuysen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Vinage – Het Verhaal</dc:title>
  <dc:subject>PptxGenJS Presentation</dc:subject>
  <dc:creator>Vinage</dc:creator>
  <cp:lastModifiedBy>Vinage</cp:lastModifiedBy>
  <cp:revision>1</cp:revision>
  <dcterms:created xsi:type="dcterms:W3CDTF">2026-05-15T15:53:58Z</dcterms:created>
  <dcterms:modified xsi:type="dcterms:W3CDTF">2026-05-15T15:53:58Z</dcterms:modified>
</cp:coreProperties>
</file>