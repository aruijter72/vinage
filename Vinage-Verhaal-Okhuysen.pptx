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4114800" cy="4114800"/>
          </a:xfrm>
          <a:prstGeom prst="ellipse">
            <a:avLst/>
          </a:prstGeom>
          <a:solidFill>
            <a:srgbClr val="8B3D55"/>
          </a:solidFill>
          <a:ln w="12700">
            <a:solidFill>
              <a:srgbClr val="8B3D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2286000"/>
            <a:ext cx="2743200" cy="2743200"/>
          </a:xfrm>
          <a:prstGeom prst="ellipse">
            <a:avLst/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6400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VINAGE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D4A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kelder die met u meedenkt.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337560"/>
            <a:ext cx="2560320" cy="54864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52044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4A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Partnershipvoorstel voor Okhuysen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0" y="4709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D4A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vinage.app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8640"/>
            <a:ext cx="4389120" cy="41148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48640"/>
            <a:ext cx="4206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685800" y="1463040"/>
            <a:ext cx="40233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 staat in de kelder en weet niet meer of die Barolo van 2015 nu al goed is om te drinken…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35204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A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herkenbaar moment voor elke wijnliefhebber.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120640" y="64008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Het Begin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120640" y="137160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Vinage ontstond vanuit een eenvoudige observatie: wijnliefhebbers verdienen een slimme, persoonlijke assistent voor hun collectie.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120640" y="292608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ingewikkelde spreadsheets. Geen geheugen-trucjes. Gewoon uw telefoon richten op een fles.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Wijnliefhebber Vandaag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is hij? Wie is zij?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11680" cy="201168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🍷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30-60 jaar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wijnliefhebber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Benelux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834640" y="1325880"/>
            <a:ext cx="5852160" cy="1005840"/>
          </a:xfrm>
          <a:prstGeom prst="rect">
            <a:avLst/>
          </a:prstGeom>
          <a:solidFill>
            <a:srgbClr val="F2E5E7"/>
          </a:solidFill>
          <a:ln w="12700">
            <a:solidFill>
              <a:srgbClr val="A267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971800" y="1399032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Geen overzicht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71800" y="1801368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"Ik weet niet meer wat er precies in mijn kelder staat."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834640" y="2514600"/>
            <a:ext cx="5852160" cy="1005840"/>
          </a:xfrm>
          <a:prstGeom prst="rect">
            <a:avLst/>
          </a:prstGeom>
          <a:solidFill>
            <a:srgbClr val="F2E5E7"/>
          </a:solidFill>
          <a:ln w="12700">
            <a:solidFill>
              <a:srgbClr val="A267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971800" y="2587752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Geen kennis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971800" y="2990088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"Die etiketinfo begrijp ik niet zonder te googelen."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34640" y="3703320"/>
            <a:ext cx="5852160" cy="1005840"/>
          </a:xfrm>
          <a:prstGeom prst="rect">
            <a:avLst/>
          </a:prstGeom>
          <a:solidFill>
            <a:srgbClr val="F2E5E7"/>
          </a:solidFill>
          <a:ln w="12700">
            <a:solidFill>
              <a:srgbClr val="A267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971800" y="3776472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Geen hulp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71800" y="4178808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"Welke wijn past bij dit gerecht? Ik gok maar."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Vinage: De Oplossing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31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94360" y="1280160"/>
            <a:ext cx="1005840" cy="100584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07592"/>
            <a:ext cx="100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91640" y="103327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Scan &amp; Herken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91640" y="1554480"/>
            <a:ext cx="2606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Richt de camera op het etiket. AI herkent naam, jaar, regio, druiven en meer.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00600" y="960120"/>
            <a:ext cx="3931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37760" y="1280160"/>
            <a:ext cx="1005840" cy="100584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07592"/>
            <a:ext cx="100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🗂️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035040" y="103327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Digitale Kelder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35040" y="1554480"/>
            <a:ext cx="2606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 volledige collectie altijd bij de hand, netjes georganiseerd.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880360"/>
            <a:ext cx="3931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" y="3200400"/>
            <a:ext cx="1005840" cy="100584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227832"/>
            <a:ext cx="100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91640" y="295351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Spijsadvies op maat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91640" y="3474720"/>
            <a:ext cx="2606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Vraag welke wijn past bij uw diner. AI zoekt in uw eigen kelder.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00600" y="2880360"/>
            <a:ext cx="3931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937760" y="3200400"/>
            <a:ext cx="1005840" cy="100584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3227832"/>
            <a:ext cx="100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035040" y="295351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Statistieken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035040" y="3474720"/>
            <a:ext cx="2606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 wat u dronk, wanneer en hoeveel. Inzicht in uw smaakprofiel.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Magie van Scannen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2286000" cy="3749040"/>
          </a:xfrm>
          <a:prstGeom prst="roundRect">
            <a:avLst>
              <a:gd name="adj" fmla="val 8000"/>
            </a:avLst>
          </a:prstGeom>
          <a:solidFill>
            <a:srgbClr val="1A0D12"/>
          </a:solidFill>
          <a:ln w="25400">
            <a:solidFill>
              <a:srgbClr val="A267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325880"/>
            <a:ext cx="1828800" cy="2834640"/>
          </a:xfrm>
          <a:prstGeom prst="rect">
            <a:avLst/>
          </a:prstGeom>
          <a:solidFill>
            <a:srgbClr val="8B3D55"/>
          </a:solidFill>
          <a:ln w="12700">
            <a:solidFill>
              <a:srgbClr val="8B3D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63040"/>
            <a:ext cx="1828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herkenning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actief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108960" y="100584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A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 AI extraheert: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108960" y="1554480"/>
            <a:ext cx="2606040" cy="731520"/>
          </a:xfrm>
          <a:prstGeom prst="rect">
            <a:avLst/>
          </a:prstGeom>
          <a:solidFill>
            <a:srgbClr val="8B3D55"/>
          </a:solidFill>
          <a:ln w="12700">
            <a:solidFill>
              <a:srgbClr val="8B3D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0" y="1627632"/>
            <a:ext cx="2423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🍇  Druivenras &amp; blend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0" y="1554480"/>
            <a:ext cx="2606040" cy="731520"/>
          </a:xfrm>
          <a:prstGeom prst="rect">
            <a:avLst/>
          </a:prstGeom>
          <a:solidFill>
            <a:srgbClr val="8B3D55"/>
          </a:solidFill>
          <a:ln w="12700">
            <a:solidFill>
              <a:srgbClr val="8B3D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1627632"/>
            <a:ext cx="2423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Regio &amp; appellation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108960" y="2514600"/>
            <a:ext cx="2606040" cy="731520"/>
          </a:xfrm>
          <a:prstGeom prst="rect">
            <a:avLst/>
          </a:prstGeom>
          <a:solidFill>
            <a:srgbClr val="8B3D55"/>
          </a:solidFill>
          <a:ln w="12700">
            <a:solidFill>
              <a:srgbClr val="8B3D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2587752"/>
            <a:ext cx="2423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Vintage &amp; drinkvenster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0" y="2514600"/>
            <a:ext cx="2606040" cy="731520"/>
          </a:xfrm>
          <a:prstGeom prst="rect">
            <a:avLst/>
          </a:prstGeom>
          <a:solidFill>
            <a:srgbClr val="8B3D55"/>
          </a:solidFill>
          <a:ln w="12700">
            <a:solidFill>
              <a:srgbClr val="8B3D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2587752"/>
            <a:ext cx="2423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Geschatte marktprijs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108960" y="3474720"/>
            <a:ext cx="2606040" cy="731520"/>
          </a:xfrm>
          <a:prstGeom prst="rect">
            <a:avLst/>
          </a:prstGeom>
          <a:solidFill>
            <a:srgbClr val="8B3D55"/>
          </a:solidFill>
          <a:ln w="12700">
            <a:solidFill>
              <a:srgbClr val="8B3D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0" y="3547872"/>
            <a:ext cx="2423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🍽️  Spijsadviezen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43600" y="3474720"/>
            <a:ext cx="2606040" cy="731520"/>
          </a:xfrm>
          <a:prstGeom prst="rect">
            <a:avLst/>
          </a:prstGeom>
          <a:solidFill>
            <a:srgbClr val="8B3D55"/>
          </a:solidFill>
          <a:ln w="12700">
            <a:solidFill>
              <a:srgbClr val="8B3D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3547872"/>
            <a:ext cx="2423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Smaakbeschrijving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Samen Genieten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Wijn smaakt beter als je het deelt.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1463040" cy="146304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371600"/>
            <a:ext cx="1463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2743200" y="1371600"/>
            <a:ext cx="1463040" cy="1463040"/>
          </a:xfrm>
          <a:prstGeom prst="ellipse">
            <a:avLst/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1371600"/>
            <a:ext cx="1463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2423160" y="2011680"/>
            <a:ext cx="320040" cy="228600"/>
          </a:xfrm>
          <a:prstGeom prst="rect">
            <a:avLst/>
          </a:prstGeom>
          <a:solidFill>
            <a:srgbClr val="D4A0A2"/>
          </a:solidFill>
          <a:ln w="12700">
            <a:solidFill>
              <a:srgbClr val="D4A0A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19202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2926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0" y="2926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B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365760" cy="36576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417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66360" y="14173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Nodig uw partner uit met één klik.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2240280"/>
            <a:ext cx="365760" cy="36576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2240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66360" y="22402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zien de kelder real-time – ook in de supermarkt.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3063240"/>
            <a:ext cx="365760" cy="36576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3063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66360" y="30632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koopt, de ander weet het meteen.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663440" y="3886200"/>
            <a:ext cx="365760" cy="36576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66360" y="38862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Samen beslissen welke fles vanavond op tafel gaat.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 Beta naar Markt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2743200"/>
            <a:ext cx="7680960" cy="54864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2514600"/>
            <a:ext cx="502920" cy="502920"/>
          </a:xfrm>
          <a:prstGeom prst="ellipse">
            <a:avLst/>
          </a:prstGeom>
          <a:solidFill>
            <a:srgbClr val="6D2E46"/>
          </a:solidFill>
          <a:ln w="25400">
            <a:solidFill>
              <a:srgbClr val="6D2E4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173736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28600" y="315468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Persoonlijke frustratie → concept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51760" y="2514600"/>
            <a:ext cx="502920" cy="502920"/>
          </a:xfrm>
          <a:prstGeom prst="ellipse">
            <a:avLst/>
          </a:prstGeom>
          <a:solidFill>
            <a:srgbClr val="6D2E46"/>
          </a:solidFill>
          <a:ln w="25400">
            <a:solidFill>
              <a:srgbClr val="6D2E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48840" y="173736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Ontwikkeling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48840" y="315468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+ Firebase + AI integratie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2514600"/>
            <a:ext cx="502920" cy="502920"/>
          </a:xfrm>
          <a:prstGeom prst="ellipse">
            <a:avLst/>
          </a:prstGeom>
          <a:solidFill>
            <a:srgbClr val="6D2E46"/>
          </a:solidFill>
          <a:ln w="25400">
            <a:solidFill>
              <a:srgbClr val="6D2E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69080" y="173736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Beta live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9080" y="315468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vinage.app, invite-only toegang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92240" y="2514600"/>
            <a:ext cx="502920" cy="5029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D2E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9320" y="173736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Lancering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9320" y="315468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Publieke toegang &amp; groei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8229600" cy="86868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041648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in beta: volledig werkend platform, betalingen actief, AI-scan live — klaar voor de volgende stap.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Het Verdienmodel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Eerlijk, eenvoudig, schaalbaar.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1325880"/>
            <a:ext cx="192024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4173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Gratis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20040" y="19202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200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/mnd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127248"/>
            <a:ext cx="1554480" cy="36576"/>
          </a:xfrm>
          <a:prstGeom prst="rect">
            <a:avLst/>
          </a:prstGeom>
          <a:solidFill>
            <a:srgbClr val="F2E5E7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32461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flessen · 10 AI-calls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1325880"/>
            <a:ext cx="192024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68880" y="14173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Liefhebber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468880" y="19202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€2,99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4688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/mnd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651760" y="3127248"/>
            <a:ext cx="1554480" cy="36576"/>
          </a:xfrm>
          <a:prstGeom prst="rect">
            <a:avLst/>
          </a:prstGeom>
          <a:solidFill>
            <a:srgbClr val="F2E5E7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14600" y="32461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flessen · 75 AI-calls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17720" y="1325880"/>
            <a:ext cx="1920240" cy="3429000"/>
          </a:xfrm>
          <a:prstGeom prst="rect">
            <a:avLst/>
          </a:prstGeom>
          <a:solidFill>
            <a:srgbClr val="6D2E46"/>
          </a:solidFill>
          <a:ln w="25400">
            <a:solidFill>
              <a:srgbClr val="6D2E4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17720" y="14173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Verzamelaar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617720" y="19202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€4,99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4617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/mnd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00600" y="3127248"/>
            <a:ext cx="1554480" cy="36576"/>
          </a:xfrm>
          <a:prstGeom prst="rect">
            <a:avLst/>
          </a:prstGeom>
          <a:solidFill>
            <a:srgbClr val="8B3D55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32461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Onbeperkt · Alle functies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766560" y="1325880"/>
            <a:ext cx="192024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766560" y="14173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Jaarlijks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66560" y="19202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€47,99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67665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/jaar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49440" y="3127248"/>
            <a:ext cx="1554480" cy="36576"/>
          </a:xfrm>
          <a:prstGeom prst="rect">
            <a:avLst/>
          </a:prstGeom>
          <a:solidFill>
            <a:srgbClr val="F2E5E7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12280" y="32461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Onbeperkt · Bespaar 20%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Waarom Nu, Waarom Samen?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31920" cy="374904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0515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Timing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160020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D4A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 vraagt naar digitale wijnbeleving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D4A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AI-adoptie bij consumenten versnelt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D4A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Vinage is klaar — nu lanceren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D4A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vergelijkbare speler in Benelux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960120"/>
            <a:ext cx="4023360" cy="3749040"/>
          </a:xfrm>
          <a:prstGeom prst="rect">
            <a:avLst/>
          </a:prstGeom>
          <a:solidFill>
            <a:srgbClr val="F2E5E7"/>
          </a:solidFill>
          <a:ln w="12700">
            <a:solidFill>
              <a:srgbClr val="A267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0" y="10515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Waarom Okhuysen?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Bewezen bereik in de wijnmarkt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Gedeelde passie voor kwaliteit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 om tech &amp; expertise te bundelen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Win-win voor klant én partner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371600"/>
            <a:ext cx="4572000" cy="4572000"/>
          </a:xfrm>
          <a:prstGeom prst="ellipse">
            <a:avLst/>
          </a:prstGeom>
          <a:solidFill>
            <a:srgbClr val="8B3D55"/>
          </a:solidFill>
          <a:ln w="12700">
            <a:solidFill>
              <a:srgbClr val="8B3D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2743200"/>
            <a:ext cx="2743200" cy="2743200"/>
          </a:xfrm>
          <a:prstGeom prst="ellipse">
            <a:avLst/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14400"/>
            <a:ext cx="6858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Samen bouwen aan de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toekomst van wijnbeleving.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2286000" cy="54864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24612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4A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 we kennismaken.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vinage.app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43434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Partnershipvoorstel voor Okhuysen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Vinage – Het Verhaal</dc:title>
  <dc:subject>PptxGenJS Presentation</dc:subject>
  <dc:creator>Vinage</dc:creator>
  <cp:lastModifiedBy>Vinage</cp:lastModifiedBy>
  <cp:revision>1</cp:revision>
  <dcterms:created xsi:type="dcterms:W3CDTF">2026-05-15T15:50:34Z</dcterms:created>
  <dcterms:modified xsi:type="dcterms:W3CDTF">2026-05-15T15:50:34Z</dcterms:modified>
</cp:coreProperties>
</file>